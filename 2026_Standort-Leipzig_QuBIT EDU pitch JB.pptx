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  <p:sldMasterId id="2147483753" r:id="rId2"/>
  </p:sldMasterIdLst>
  <p:notesMasterIdLst>
    <p:notesMasterId r:id="rId11"/>
  </p:notesMasterIdLst>
  <p:sldIdLst>
    <p:sldId id="279" r:id="rId3"/>
    <p:sldId id="1340" r:id="rId4"/>
    <p:sldId id="1343" r:id="rId5"/>
    <p:sldId id="1344" r:id="rId6"/>
    <p:sldId id="1338" r:id="rId7"/>
    <p:sldId id="1347" r:id="rId8"/>
    <p:sldId id="1348" r:id="rId9"/>
    <p:sldId id="1311" r:id="rId10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2F3F90"/>
    <a:srgbClr val="FF0000"/>
    <a:srgbClr val="EDEDED"/>
    <a:srgbClr val="E9EDEF"/>
    <a:srgbClr val="F0F0F0"/>
    <a:srgbClr val="FFFFFF"/>
    <a:srgbClr val="9A9A9A"/>
    <a:srgbClr val="6D6D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5" autoAdjust="0"/>
    <p:restoredTop sz="96202" autoAdjust="0"/>
  </p:normalViewPr>
  <p:slideViewPr>
    <p:cSldViewPr snapToGrid="0">
      <p:cViewPr varScale="1">
        <p:scale>
          <a:sx n="91" d="100"/>
          <a:sy n="91" d="100"/>
        </p:scale>
        <p:origin x="355" y="72"/>
      </p:cViewPr>
      <p:guideLst/>
    </p:cSldViewPr>
  </p:slideViewPr>
  <p:outlineViewPr>
    <p:cViewPr>
      <p:scale>
        <a:sx n="33" d="100"/>
        <a:sy n="33" d="100"/>
      </p:scale>
      <p:origin x="0" y="-2272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6D8E10-B343-4BFD-8676-76B79C3F66CE}" type="datetimeFigureOut">
              <a:rPr lang="de-DE" smtClean="0"/>
              <a:t>22.09.2026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B293FE-3709-4CBC-BCEE-71C8F9D0FF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9491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293FE-3709-4CBC-BCEE-71C8F9D0FF9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0882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E22A0-611B-F2A7-E5E0-7F365A631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B0D8683-1B4F-2179-9F6D-1A12BE8DEE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F3EB2C4-DC50-19FB-23CF-BA2EFB6592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5C2D02-F86B-FD7E-2B3F-BDB255C6D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293FE-3709-4CBC-BCEE-71C8F9D0FF9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7107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1D426-71EB-DADA-6BDC-9425EFE58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C1BBD2A-D0F1-AEB9-3BC9-67BF82B8B0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B78F6B9-B712-44ED-A6BD-8C5C270095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6A30E08-2A4C-C8F6-2237-8A4F49DD0A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293FE-3709-4CBC-BCEE-71C8F9D0FF9D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7763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173E9-CCBE-8DC9-5229-07F6EA8EE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E289D79-1494-6042-EBAA-36E9A5E1C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079AD43-9685-553F-B465-2B40C7CB7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735C119-4E0D-56BF-6CE5-861CA533D5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293FE-3709-4CBC-BCEE-71C8F9D0FF9D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0426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924FE-DBF3-CA0A-AC27-B8F66320A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768C838-60BE-FE7A-37AB-399E56667B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7D5B416-AE22-75E0-68A5-6EB0F4FAD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EBC785E-689C-42DE-2E1B-BD1C7F7EDC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293FE-3709-4CBC-BCEE-71C8F9D0FF9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02479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31458-EA56-DC1D-492E-C448C636C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DDCE608-DA4F-070B-E217-5B3198308F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EB52AD7-6F93-4408-7999-85E833D3C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E41EE62-AE96-0896-591D-72B1CCFB72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293FE-3709-4CBC-BCEE-71C8F9D0FF9D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72284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C7C5A-A4E4-756A-662F-0C9772B5E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DE88C78-EAF6-2BCA-2598-AEDB5C1B00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7D7F482-DE20-2173-E5E6-FABE21149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C0114C4-6802-A0E2-0E50-B190978FC5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293FE-3709-4CBC-BCEE-71C8F9D0FF9D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2788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23.02.2022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218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23.02.2022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07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23.02.2022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750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23.02.2022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85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23.02.2022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961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23.02.2022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066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23.02.2022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24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23.02.2022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16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23.02.2022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178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23.02.2022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44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23.02.2022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414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s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/>
          <p:cNvSpPr>
            <a:spLocks noGrp="1"/>
          </p:cNvSpPr>
          <p:nvPr>
            <p:ph sz="quarter" idx="13"/>
          </p:nvPr>
        </p:nvSpPr>
        <p:spPr>
          <a:xfrm>
            <a:off x="746898" y="848497"/>
            <a:ext cx="11120516" cy="557121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540000" indent="-540000">
              <a:defRPr>
                <a:latin typeface="Calibri" panose="020F0502020204030204" pitchFamily="34" charset="0"/>
              </a:defRPr>
            </a:lvl1pPr>
            <a:lvl2pPr marL="1080000" indent="-540000">
              <a:buFontTx/>
              <a:buNone/>
              <a:defRPr>
                <a:latin typeface="Calibri" panose="020F0502020204030204" pitchFamily="34" charset="0"/>
              </a:defRPr>
            </a:lvl2pPr>
            <a:lvl3pPr marL="1620000" indent="-540000">
              <a:buFontTx/>
              <a:buNone/>
              <a:defRPr>
                <a:latin typeface="Calibri" panose="020F0502020204030204" pitchFamily="34" charset="0"/>
              </a:defRPr>
            </a:lvl3pPr>
            <a:lvl4pPr>
              <a:buFontTx/>
              <a:buNone/>
              <a:defRPr/>
            </a:lvl4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3" name="Datumsplatzhalt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759437E-DD65-47AE-A718-65B9481C0A9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5" name="Fußzeilenplatzhalter 1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12389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8669" y="1"/>
            <a:ext cx="4699000" cy="6877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Bild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" y="6791"/>
            <a:ext cx="4571997" cy="1923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94250" y="2771797"/>
            <a:ext cx="10790273" cy="1983084"/>
          </a:xfrm>
        </p:spPr>
        <p:txBody>
          <a:bodyPr anchor="t"/>
          <a:lstStyle>
            <a:lvl1pPr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94249" y="2142502"/>
            <a:ext cx="8534400" cy="629295"/>
          </a:xfrm>
        </p:spPr>
        <p:txBody>
          <a:bodyPr anchor="b">
            <a:no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1"/>
          </p:nvPr>
        </p:nvSpPr>
        <p:spPr>
          <a:xfrm>
            <a:off x="394250" y="5919049"/>
            <a:ext cx="2798129" cy="690033"/>
          </a:xfrm>
        </p:spPr>
        <p:txBody>
          <a:bodyPr>
            <a:noAutofit/>
          </a:bodyPr>
          <a:lstStyle>
            <a:lvl1pPr marL="0" indent="0" algn="l"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2"/>
          </p:nvPr>
        </p:nvSpPr>
        <p:spPr>
          <a:xfrm>
            <a:off x="3271597" y="5925826"/>
            <a:ext cx="2912635" cy="690033"/>
          </a:xfrm>
        </p:spPr>
        <p:txBody>
          <a:bodyPr>
            <a:noAutofit/>
          </a:bodyPr>
          <a:lstStyle>
            <a:lvl1pPr marL="0" indent="0" algn="l"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6374930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4"/>
          <p:cNvSpPr>
            <a:spLocks noGrp="1"/>
          </p:cNvSpPr>
          <p:nvPr>
            <p:ph type="body" sz="quarter" idx="13"/>
          </p:nvPr>
        </p:nvSpPr>
        <p:spPr bwMode="auto">
          <a:xfrm>
            <a:off x="4668917" y="-7896"/>
            <a:ext cx="7539088" cy="6870367"/>
          </a:xfrm>
          <a:custGeom>
            <a:avLst/>
            <a:gdLst>
              <a:gd name="connsiteX0" fmla="*/ 0 w 2419350"/>
              <a:gd name="connsiteY0" fmla="*/ 5172957 h 5172957"/>
              <a:gd name="connsiteX1" fmla="*/ 604838 w 2419350"/>
              <a:gd name="connsiteY1" fmla="*/ 0 h 5172957"/>
              <a:gd name="connsiteX2" fmla="*/ 1814513 w 2419350"/>
              <a:gd name="connsiteY2" fmla="*/ 0 h 5172957"/>
              <a:gd name="connsiteX3" fmla="*/ 2419350 w 2419350"/>
              <a:gd name="connsiteY3" fmla="*/ 5172957 h 5172957"/>
              <a:gd name="connsiteX4" fmla="*/ 0 w 2419350"/>
              <a:gd name="connsiteY4" fmla="*/ 5172957 h 5172957"/>
              <a:gd name="connsiteX0" fmla="*/ 0 w 2439138"/>
              <a:gd name="connsiteY0" fmla="*/ 5172957 h 5172957"/>
              <a:gd name="connsiteX1" fmla="*/ 604838 w 2439138"/>
              <a:gd name="connsiteY1" fmla="*/ 0 h 5172957"/>
              <a:gd name="connsiteX2" fmla="*/ 2439138 w 2439138"/>
              <a:gd name="connsiteY2" fmla="*/ 6439 h 5172957"/>
              <a:gd name="connsiteX3" fmla="*/ 2419350 w 2439138"/>
              <a:gd name="connsiteY3" fmla="*/ 5172957 h 5172957"/>
              <a:gd name="connsiteX4" fmla="*/ 0 w 2439138"/>
              <a:gd name="connsiteY4" fmla="*/ 5172957 h 5172957"/>
              <a:gd name="connsiteX0" fmla="*/ 3226626 w 5665764"/>
              <a:gd name="connsiteY0" fmla="*/ 5166518 h 5166518"/>
              <a:gd name="connsiteX1" fmla="*/ 0 w 5665764"/>
              <a:gd name="connsiteY1" fmla="*/ 6440 h 5166518"/>
              <a:gd name="connsiteX2" fmla="*/ 5665764 w 5665764"/>
              <a:gd name="connsiteY2" fmla="*/ 0 h 5166518"/>
              <a:gd name="connsiteX3" fmla="*/ 5645976 w 5665764"/>
              <a:gd name="connsiteY3" fmla="*/ 5166518 h 5166518"/>
              <a:gd name="connsiteX4" fmla="*/ 3226626 w 5665764"/>
              <a:gd name="connsiteY4" fmla="*/ 5166518 h 5166518"/>
              <a:gd name="connsiteX0" fmla="*/ 2421696 w 5665764"/>
              <a:gd name="connsiteY0" fmla="*/ 5192275 h 5192275"/>
              <a:gd name="connsiteX1" fmla="*/ 0 w 5665764"/>
              <a:gd name="connsiteY1" fmla="*/ 6440 h 5192275"/>
              <a:gd name="connsiteX2" fmla="*/ 5665764 w 5665764"/>
              <a:gd name="connsiteY2" fmla="*/ 0 h 5192275"/>
              <a:gd name="connsiteX3" fmla="*/ 5645976 w 5665764"/>
              <a:gd name="connsiteY3" fmla="*/ 5166518 h 5192275"/>
              <a:gd name="connsiteX4" fmla="*/ 2421696 w 5665764"/>
              <a:gd name="connsiteY4" fmla="*/ 5192275 h 5192275"/>
              <a:gd name="connsiteX0" fmla="*/ 2421696 w 5665764"/>
              <a:gd name="connsiteY0" fmla="*/ 5183177 h 5183177"/>
              <a:gd name="connsiteX1" fmla="*/ 0 w 5665764"/>
              <a:gd name="connsiteY1" fmla="*/ 6440 h 5183177"/>
              <a:gd name="connsiteX2" fmla="*/ 5665764 w 5665764"/>
              <a:gd name="connsiteY2" fmla="*/ 0 h 5183177"/>
              <a:gd name="connsiteX3" fmla="*/ 5645976 w 5665764"/>
              <a:gd name="connsiteY3" fmla="*/ 5166518 h 5183177"/>
              <a:gd name="connsiteX4" fmla="*/ 2421696 w 5665764"/>
              <a:gd name="connsiteY4" fmla="*/ 5183177 h 5183177"/>
              <a:gd name="connsiteX0" fmla="*/ 2421696 w 5665764"/>
              <a:gd name="connsiteY0" fmla="*/ 5174079 h 5174079"/>
              <a:gd name="connsiteX1" fmla="*/ 0 w 5665764"/>
              <a:gd name="connsiteY1" fmla="*/ 6440 h 5174079"/>
              <a:gd name="connsiteX2" fmla="*/ 5665764 w 5665764"/>
              <a:gd name="connsiteY2" fmla="*/ 0 h 5174079"/>
              <a:gd name="connsiteX3" fmla="*/ 5645976 w 5665764"/>
              <a:gd name="connsiteY3" fmla="*/ 5166518 h 5174079"/>
              <a:gd name="connsiteX4" fmla="*/ 2421696 w 5665764"/>
              <a:gd name="connsiteY4" fmla="*/ 5174079 h 5174079"/>
              <a:gd name="connsiteX0" fmla="*/ 2417147 w 5665764"/>
              <a:gd name="connsiteY0" fmla="*/ 5169530 h 5169530"/>
              <a:gd name="connsiteX1" fmla="*/ 0 w 5665764"/>
              <a:gd name="connsiteY1" fmla="*/ 6440 h 5169530"/>
              <a:gd name="connsiteX2" fmla="*/ 5665764 w 5665764"/>
              <a:gd name="connsiteY2" fmla="*/ 0 h 5169530"/>
              <a:gd name="connsiteX3" fmla="*/ 5645976 w 5665764"/>
              <a:gd name="connsiteY3" fmla="*/ 5166518 h 5169530"/>
              <a:gd name="connsiteX4" fmla="*/ 2417147 w 5665764"/>
              <a:gd name="connsiteY4" fmla="*/ 5169530 h 5169530"/>
              <a:gd name="connsiteX0" fmla="*/ 2417147 w 5652116"/>
              <a:gd name="connsiteY0" fmla="*/ 5164981 h 5164981"/>
              <a:gd name="connsiteX1" fmla="*/ 0 w 5652116"/>
              <a:gd name="connsiteY1" fmla="*/ 1891 h 5164981"/>
              <a:gd name="connsiteX2" fmla="*/ 5652116 w 5652116"/>
              <a:gd name="connsiteY2" fmla="*/ 0 h 5164981"/>
              <a:gd name="connsiteX3" fmla="*/ 5645976 w 5652116"/>
              <a:gd name="connsiteY3" fmla="*/ 5161969 h 5164981"/>
              <a:gd name="connsiteX4" fmla="*/ 2417147 w 5652116"/>
              <a:gd name="connsiteY4" fmla="*/ 5164981 h 5164981"/>
              <a:gd name="connsiteX0" fmla="*/ 2417147 w 5646219"/>
              <a:gd name="connsiteY0" fmla="*/ 5163090 h 5163090"/>
              <a:gd name="connsiteX1" fmla="*/ 0 w 5646219"/>
              <a:gd name="connsiteY1" fmla="*/ 0 h 5163090"/>
              <a:gd name="connsiteX2" fmla="*/ 5638468 w 5646219"/>
              <a:gd name="connsiteY2" fmla="*/ 11757 h 5163090"/>
              <a:gd name="connsiteX3" fmla="*/ 5645976 w 5646219"/>
              <a:gd name="connsiteY3" fmla="*/ 5160078 h 5163090"/>
              <a:gd name="connsiteX4" fmla="*/ 2417147 w 5646219"/>
              <a:gd name="connsiteY4" fmla="*/ 5163090 h 5163090"/>
              <a:gd name="connsiteX0" fmla="*/ 2417147 w 5646219"/>
              <a:gd name="connsiteY0" fmla="*/ 5164981 h 5164981"/>
              <a:gd name="connsiteX1" fmla="*/ 0 w 5646219"/>
              <a:gd name="connsiteY1" fmla="*/ 1891 h 5164981"/>
              <a:gd name="connsiteX2" fmla="*/ 5638468 w 5646219"/>
              <a:gd name="connsiteY2" fmla="*/ 0 h 5164981"/>
              <a:gd name="connsiteX3" fmla="*/ 5645976 w 5646219"/>
              <a:gd name="connsiteY3" fmla="*/ 5161969 h 5164981"/>
              <a:gd name="connsiteX4" fmla="*/ 2417147 w 5646219"/>
              <a:gd name="connsiteY4" fmla="*/ 5164981 h 5164981"/>
              <a:gd name="connsiteX0" fmla="*/ 2417147 w 5641803"/>
              <a:gd name="connsiteY0" fmla="*/ 5164981 h 5164981"/>
              <a:gd name="connsiteX1" fmla="*/ 0 w 5641803"/>
              <a:gd name="connsiteY1" fmla="*/ 1891 h 5164981"/>
              <a:gd name="connsiteX2" fmla="*/ 5638468 w 5641803"/>
              <a:gd name="connsiteY2" fmla="*/ 0 h 5164981"/>
              <a:gd name="connsiteX3" fmla="*/ 5641426 w 5641803"/>
              <a:gd name="connsiteY3" fmla="*/ 5161969 h 5164981"/>
              <a:gd name="connsiteX4" fmla="*/ 2417147 w 5641803"/>
              <a:gd name="connsiteY4" fmla="*/ 5164981 h 5164981"/>
              <a:gd name="connsiteX0" fmla="*/ 2417147 w 5643017"/>
              <a:gd name="connsiteY0" fmla="*/ 5174079 h 5174079"/>
              <a:gd name="connsiteX1" fmla="*/ 0 w 5643017"/>
              <a:gd name="connsiteY1" fmla="*/ 1098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43017"/>
              <a:gd name="connsiteY0" fmla="*/ 5174079 h 5174079"/>
              <a:gd name="connsiteX1" fmla="*/ 0 w 5643017"/>
              <a:gd name="connsiteY1" fmla="*/ 460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54316"/>
              <a:gd name="connsiteY0" fmla="*/ 5174079 h 5177448"/>
              <a:gd name="connsiteX1" fmla="*/ 0 w 5654316"/>
              <a:gd name="connsiteY1" fmla="*/ 4609 h 5177448"/>
              <a:gd name="connsiteX2" fmla="*/ 5643017 w 5654316"/>
              <a:gd name="connsiteY2" fmla="*/ 0 h 5177448"/>
              <a:gd name="connsiteX3" fmla="*/ 5654126 w 5654316"/>
              <a:gd name="connsiteY3" fmla="*/ 5177448 h 5177448"/>
              <a:gd name="connsiteX4" fmla="*/ 2417147 w 5654316"/>
              <a:gd name="connsiteY4" fmla="*/ 5174079 h 517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4316" h="5177448">
                <a:moveTo>
                  <a:pt x="2417147" y="5174079"/>
                </a:moveTo>
                <a:lnTo>
                  <a:pt x="0" y="4609"/>
                </a:lnTo>
                <a:lnTo>
                  <a:pt x="5643017" y="0"/>
                </a:lnTo>
                <a:cubicBezTo>
                  <a:pt x="5640970" y="1720656"/>
                  <a:pt x="5656173" y="3456792"/>
                  <a:pt x="5654126" y="5177448"/>
                </a:cubicBezTo>
                <a:lnTo>
                  <a:pt x="2417147" y="51740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solidFill>
                    <a:schemeClr val="accent1"/>
                  </a:solidFill>
                </a:ln>
                <a:solidFill>
                  <a:schemeClr val="accent1"/>
                </a:solidFill>
              </a:defRPr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 bwMode="auto">
          <a:xfrm>
            <a:off x="5906293" y="-5537"/>
            <a:ext cx="6282076" cy="6872123"/>
          </a:xfrm>
          <a:custGeom>
            <a:avLst/>
            <a:gdLst>
              <a:gd name="connsiteX0" fmla="*/ 0 w 1466850"/>
              <a:gd name="connsiteY0" fmla="*/ 1608226 h 1608226"/>
              <a:gd name="connsiteX1" fmla="*/ 366713 w 1466850"/>
              <a:gd name="connsiteY1" fmla="*/ 0 h 1608226"/>
              <a:gd name="connsiteX2" fmla="*/ 1466850 w 1466850"/>
              <a:gd name="connsiteY2" fmla="*/ 0 h 1608226"/>
              <a:gd name="connsiteX3" fmla="*/ 1100138 w 1466850"/>
              <a:gd name="connsiteY3" fmla="*/ 1608226 h 1608226"/>
              <a:gd name="connsiteX4" fmla="*/ 0 w 1466850"/>
              <a:gd name="connsiteY4" fmla="*/ 1608226 h 1608226"/>
              <a:gd name="connsiteX0" fmla="*/ 0 w 2304312"/>
              <a:gd name="connsiteY0" fmla="*/ 1608226 h 1614665"/>
              <a:gd name="connsiteX1" fmla="*/ 366713 w 2304312"/>
              <a:gd name="connsiteY1" fmla="*/ 0 h 1614665"/>
              <a:gd name="connsiteX2" fmla="*/ 1466850 w 2304312"/>
              <a:gd name="connsiteY2" fmla="*/ 0 h 1614665"/>
              <a:gd name="connsiteX3" fmla="*/ 2304312 w 2304312"/>
              <a:gd name="connsiteY3" fmla="*/ 1614665 h 1614665"/>
              <a:gd name="connsiteX4" fmla="*/ 0 w 2304312"/>
              <a:gd name="connsiteY4" fmla="*/ 1608226 h 1614665"/>
              <a:gd name="connsiteX0" fmla="*/ 0 w 4725205"/>
              <a:gd name="connsiteY0" fmla="*/ 5162795 h 5169234"/>
              <a:gd name="connsiteX1" fmla="*/ 366713 w 4725205"/>
              <a:gd name="connsiteY1" fmla="*/ 355456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69378 w 4725205"/>
              <a:gd name="connsiteY1" fmla="*/ 1931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82257 w 4725205"/>
              <a:gd name="connsiteY1" fmla="*/ 1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11557"/>
              <a:gd name="connsiteY0" fmla="*/ 5167345 h 5169234"/>
              <a:gd name="connsiteX1" fmla="*/ 2368609 w 4711557"/>
              <a:gd name="connsiteY1" fmla="*/ 1 h 5169234"/>
              <a:gd name="connsiteX2" fmla="*/ 4711557 w 4711557"/>
              <a:gd name="connsiteY2" fmla="*/ 0 h 5169234"/>
              <a:gd name="connsiteX3" fmla="*/ 2290664 w 4711557"/>
              <a:gd name="connsiteY3" fmla="*/ 5169234 h 5169234"/>
              <a:gd name="connsiteX4" fmla="*/ 0 w 4711557"/>
              <a:gd name="connsiteY4" fmla="*/ 5167345 h 5169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11557" h="5169234">
                <a:moveTo>
                  <a:pt x="0" y="5167345"/>
                </a:moveTo>
                <a:lnTo>
                  <a:pt x="2368609" y="1"/>
                </a:lnTo>
                <a:lnTo>
                  <a:pt x="4711557" y="0"/>
                </a:lnTo>
                <a:lnTo>
                  <a:pt x="2290664" y="5169234"/>
                </a:lnTo>
                <a:lnTo>
                  <a:pt x="0" y="5167345"/>
                </a:lnTo>
                <a:close/>
              </a:path>
            </a:pathLst>
          </a:custGeom>
          <a:solidFill>
            <a:srgbClr val="FF5451">
              <a:alpha val="5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solidFill>
                    <a:srgbClr val="FF5451"/>
                  </a:solidFill>
                </a:ln>
                <a:solidFill>
                  <a:srgbClr val="FF5451"/>
                </a:solidFill>
              </a:defRPr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818305" y="1422402"/>
            <a:ext cx="4750548" cy="467997"/>
          </a:xfrm>
        </p:spPr>
        <p:txBody>
          <a:bodyPr anchor="b">
            <a:no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"/>
          <p:cNvSpPr>
            <a:spLocks noGrp="1"/>
          </p:cNvSpPr>
          <p:nvPr>
            <p:ph type="pic" sz="quarter" idx="10"/>
          </p:nvPr>
        </p:nvSpPr>
        <p:spPr bwMode="auto">
          <a:xfrm>
            <a:off x="-1" y="1"/>
            <a:ext cx="8153401" cy="6866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 baseline="0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818305" y="1929553"/>
            <a:ext cx="4750548" cy="2935393"/>
          </a:xfrm>
        </p:spPr>
        <p:txBody>
          <a:bodyPr anchor="t"/>
          <a:lstStyle>
            <a:lvl1pPr algn="r">
              <a:defRPr sz="3733" b="1" cap="all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003553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4"/>
          <p:cNvSpPr>
            <a:spLocks noGrp="1"/>
          </p:cNvSpPr>
          <p:nvPr>
            <p:ph type="body" sz="quarter" idx="13"/>
          </p:nvPr>
        </p:nvSpPr>
        <p:spPr bwMode="auto">
          <a:xfrm flipH="1">
            <a:off x="-19252" y="-7896"/>
            <a:ext cx="7539088" cy="6870367"/>
          </a:xfrm>
          <a:custGeom>
            <a:avLst/>
            <a:gdLst>
              <a:gd name="connsiteX0" fmla="*/ 0 w 2419350"/>
              <a:gd name="connsiteY0" fmla="*/ 5172957 h 5172957"/>
              <a:gd name="connsiteX1" fmla="*/ 604838 w 2419350"/>
              <a:gd name="connsiteY1" fmla="*/ 0 h 5172957"/>
              <a:gd name="connsiteX2" fmla="*/ 1814513 w 2419350"/>
              <a:gd name="connsiteY2" fmla="*/ 0 h 5172957"/>
              <a:gd name="connsiteX3" fmla="*/ 2419350 w 2419350"/>
              <a:gd name="connsiteY3" fmla="*/ 5172957 h 5172957"/>
              <a:gd name="connsiteX4" fmla="*/ 0 w 2419350"/>
              <a:gd name="connsiteY4" fmla="*/ 5172957 h 5172957"/>
              <a:gd name="connsiteX0" fmla="*/ 0 w 2439138"/>
              <a:gd name="connsiteY0" fmla="*/ 5172957 h 5172957"/>
              <a:gd name="connsiteX1" fmla="*/ 604838 w 2439138"/>
              <a:gd name="connsiteY1" fmla="*/ 0 h 5172957"/>
              <a:gd name="connsiteX2" fmla="*/ 2439138 w 2439138"/>
              <a:gd name="connsiteY2" fmla="*/ 6439 h 5172957"/>
              <a:gd name="connsiteX3" fmla="*/ 2419350 w 2439138"/>
              <a:gd name="connsiteY3" fmla="*/ 5172957 h 5172957"/>
              <a:gd name="connsiteX4" fmla="*/ 0 w 2439138"/>
              <a:gd name="connsiteY4" fmla="*/ 5172957 h 5172957"/>
              <a:gd name="connsiteX0" fmla="*/ 3226626 w 5665764"/>
              <a:gd name="connsiteY0" fmla="*/ 5166518 h 5166518"/>
              <a:gd name="connsiteX1" fmla="*/ 0 w 5665764"/>
              <a:gd name="connsiteY1" fmla="*/ 6440 h 5166518"/>
              <a:gd name="connsiteX2" fmla="*/ 5665764 w 5665764"/>
              <a:gd name="connsiteY2" fmla="*/ 0 h 5166518"/>
              <a:gd name="connsiteX3" fmla="*/ 5645976 w 5665764"/>
              <a:gd name="connsiteY3" fmla="*/ 5166518 h 5166518"/>
              <a:gd name="connsiteX4" fmla="*/ 3226626 w 5665764"/>
              <a:gd name="connsiteY4" fmla="*/ 5166518 h 5166518"/>
              <a:gd name="connsiteX0" fmla="*/ 2421696 w 5665764"/>
              <a:gd name="connsiteY0" fmla="*/ 5192275 h 5192275"/>
              <a:gd name="connsiteX1" fmla="*/ 0 w 5665764"/>
              <a:gd name="connsiteY1" fmla="*/ 6440 h 5192275"/>
              <a:gd name="connsiteX2" fmla="*/ 5665764 w 5665764"/>
              <a:gd name="connsiteY2" fmla="*/ 0 h 5192275"/>
              <a:gd name="connsiteX3" fmla="*/ 5645976 w 5665764"/>
              <a:gd name="connsiteY3" fmla="*/ 5166518 h 5192275"/>
              <a:gd name="connsiteX4" fmla="*/ 2421696 w 5665764"/>
              <a:gd name="connsiteY4" fmla="*/ 5192275 h 5192275"/>
              <a:gd name="connsiteX0" fmla="*/ 2421696 w 5665764"/>
              <a:gd name="connsiteY0" fmla="*/ 5183177 h 5183177"/>
              <a:gd name="connsiteX1" fmla="*/ 0 w 5665764"/>
              <a:gd name="connsiteY1" fmla="*/ 6440 h 5183177"/>
              <a:gd name="connsiteX2" fmla="*/ 5665764 w 5665764"/>
              <a:gd name="connsiteY2" fmla="*/ 0 h 5183177"/>
              <a:gd name="connsiteX3" fmla="*/ 5645976 w 5665764"/>
              <a:gd name="connsiteY3" fmla="*/ 5166518 h 5183177"/>
              <a:gd name="connsiteX4" fmla="*/ 2421696 w 5665764"/>
              <a:gd name="connsiteY4" fmla="*/ 5183177 h 5183177"/>
              <a:gd name="connsiteX0" fmla="*/ 2421696 w 5665764"/>
              <a:gd name="connsiteY0" fmla="*/ 5174079 h 5174079"/>
              <a:gd name="connsiteX1" fmla="*/ 0 w 5665764"/>
              <a:gd name="connsiteY1" fmla="*/ 6440 h 5174079"/>
              <a:gd name="connsiteX2" fmla="*/ 5665764 w 5665764"/>
              <a:gd name="connsiteY2" fmla="*/ 0 h 5174079"/>
              <a:gd name="connsiteX3" fmla="*/ 5645976 w 5665764"/>
              <a:gd name="connsiteY3" fmla="*/ 5166518 h 5174079"/>
              <a:gd name="connsiteX4" fmla="*/ 2421696 w 5665764"/>
              <a:gd name="connsiteY4" fmla="*/ 5174079 h 5174079"/>
              <a:gd name="connsiteX0" fmla="*/ 2417147 w 5665764"/>
              <a:gd name="connsiteY0" fmla="*/ 5169530 h 5169530"/>
              <a:gd name="connsiteX1" fmla="*/ 0 w 5665764"/>
              <a:gd name="connsiteY1" fmla="*/ 6440 h 5169530"/>
              <a:gd name="connsiteX2" fmla="*/ 5665764 w 5665764"/>
              <a:gd name="connsiteY2" fmla="*/ 0 h 5169530"/>
              <a:gd name="connsiteX3" fmla="*/ 5645976 w 5665764"/>
              <a:gd name="connsiteY3" fmla="*/ 5166518 h 5169530"/>
              <a:gd name="connsiteX4" fmla="*/ 2417147 w 5665764"/>
              <a:gd name="connsiteY4" fmla="*/ 5169530 h 5169530"/>
              <a:gd name="connsiteX0" fmla="*/ 2417147 w 5652116"/>
              <a:gd name="connsiteY0" fmla="*/ 5164981 h 5164981"/>
              <a:gd name="connsiteX1" fmla="*/ 0 w 5652116"/>
              <a:gd name="connsiteY1" fmla="*/ 1891 h 5164981"/>
              <a:gd name="connsiteX2" fmla="*/ 5652116 w 5652116"/>
              <a:gd name="connsiteY2" fmla="*/ 0 h 5164981"/>
              <a:gd name="connsiteX3" fmla="*/ 5645976 w 5652116"/>
              <a:gd name="connsiteY3" fmla="*/ 5161969 h 5164981"/>
              <a:gd name="connsiteX4" fmla="*/ 2417147 w 5652116"/>
              <a:gd name="connsiteY4" fmla="*/ 5164981 h 5164981"/>
              <a:gd name="connsiteX0" fmla="*/ 2417147 w 5646219"/>
              <a:gd name="connsiteY0" fmla="*/ 5163090 h 5163090"/>
              <a:gd name="connsiteX1" fmla="*/ 0 w 5646219"/>
              <a:gd name="connsiteY1" fmla="*/ 0 h 5163090"/>
              <a:gd name="connsiteX2" fmla="*/ 5638468 w 5646219"/>
              <a:gd name="connsiteY2" fmla="*/ 11757 h 5163090"/>
              <a:gd name="connsiteX3" fmla="*/ 5645976 w 5646219"/>
              <a:gd name="connsiteY3" fmla="*/ 5160078 h 5163090"/>
              <a:gd name="connsiteX4" fmla="*/ 2417147 w 5646219"/>
              <a:gd name="connsiteY4" fmla="*/ 5163090 h 5163090"/>
              <a:gd name="connsiteX0" fmla="*/ 2417147 w 5646219"/>
              <a:gd name="connsiteY0" fmla="*/ 5164981 h 5164981"/>
              <a:gd name="connsiteX1" fmla="*/ 0 w 5646219"/>
              <a:gd name="connsiteY1" fmla="*/ 1891 h 5164981"/>
              <a:gd name="connsiteX2" fmla="*/ 5638468 w 5646219"/>
              <a:gd name="connsiteY2" fmla="*/ 0 h 5164981"/>
              <a:gd name="connsiteX3" fmla="*/ 5645976 w 5646219"/>
              <a:gd name="connsiteY3" fmla="*/ 5161969 h 5164981"/>
              <a:gd name="connsiteX4" fmla="*/ 2417147 w 5646219"/>
              <a:gd name="connsiteY4" fmla="*/ 5164981 h 5164981"/>
              <a:gd name="connsiteX0" fmla="*/ 2417147 w 5641803"/>
              <a:gd name="connsiteY0" fmla="*/ 5164981 h 5164981"/>
              <a:gd name="connsiteX1" fmla="*/ 0 w 5641803"/>
              <a:gd name="connsiteY1" fmla="*/ 1891 h 5164981"/>
              <a:gd name="connsiteX2" fmla="*/ 5638468 w 5641803"/>
              <a:gd name="connsiteY2" fmla="*/ 0 h 5164981"/>
              <a:gd name="connsiteX3" fmla="*/ 5641426 w 5641803"/>
              <a:gd name="connsiteY3" fmla="*/ 5161969 h 5164981"/>
              <a:gd name="connsiteX4" fmla="*/ 2417147 w 5641803"/>
              <a:gd name="connsiteY4" fmla="*/ 5164981 h 5164981"/>
              <a:gd name="connsiteX0" fmla="*/ 2417147 w 5643017"/>
              <a:gd name="connsiteY0" fmla="*/ 5174079 h 5174079"/>
              <a:gd name="connsiteX1" fmla="*/ 0 w 5643017"/>
              <a:gd name="connsiteY1" fmla="*/ 1098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43017"/>
              <a:gd name="connsiteY0" fmla="*/ 5174079 h 5174079"/>
              <a:gd name="connsiteX1" fmla="*/ 0 w 5643017"/>
              <a:gd name="connsiteY1" fmla="*/ 460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54316"/>
              <a:gd name="connsiteY0" fmla="*/ 5174079 h 5177448"/>
              <a:gd name="connsiteX1" fmla="*/ 0 w 5654316"/>
              <a:gd name="connsiteY1" fmla="*/ 4609 h 5177448"/>
              <a:gd name="connsiteX2" fmla="*/ 5643017 w 5654316"/>
              <a:gd name="connsiteY2" fmla="*/ 0 h 5177448"/>
              <a:gd name="connsiteX3" fmla="*/ 5654126 w 5654316"/>
              <a:gd name="connsiteY3" fmla="*/ 5177448 h 5177448"/>
              <a:gd name="connsiteX4" fmla="*/ 2417147 w 5654316"/>
              <a:gd name="connsiteY4" fmla="*/ 5174079 h 517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4316" h="5177448">
                <a:moveTo>
                  <a:pt x="2417147" y="5174079"/>
                </a:moveTo>
                <a:lnTo>
                  <a:pt x="0" y="4609"/>
                </a:lnTo>
                <a:lnTo>
                  <a:pt x="5643017" y="0"/>
                </a:lnTo>
                <a:cubicBezTo>
                  <a:pt x="5640970" y="1720656"/>
                  <a:pt x="5656173" y="3456792"/>
                  <a:pt x="5654126" y="5177448"/>
                </a:cubicBezTo>
                <a:lnTo>
                  <a:pt x="2417147" y="51740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noFill/>
                </a:ln>
                <a:noFill/>
              </a:defRPr>
            </a:lvl4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 bwMode="auto">
          <a:xfrm flipH="1">
            <a:off x="-19251" y="-5537"/>
            <a:ext cx="6282076" cy="6872123"/>
          </a:xfrm>
          <a:custGeom>
            <a:avLst/>
            <a:gdLst>
              <a:gd name="connsiteX0" fmla="*/ 0 w 1466850"/>
              <a:gd name="connsiteY0" fmla="*/ 1608226 h 1608226"/>
              <a:gd name="connsiteX1" fmla="*/ 366713 w 1466850"/>
              <a:gd name="connsiteY1" fmla="*/ 0 h 1608226"/>
              <a:gd name="connsiteX2" fmla="*/ 1466850 w 1466850"/>
              <a:gd name="connsiteY2" fmla="*/ 0 h 1608226"/>
              <a:gd name="connsiteX3" fmla="*/ 1100138 w 1466850"/>
              <a:gd name="connsiteY3" fmla="*/ 1608226 h 1608226"/>
              <a:gd name="connsiteX4" fmla="*/ 0 w 1466850"/>
              <a:gd name="connsiteY4" fmla="*/ 1608226 h 1608226"/>
              <a:gd name="connsiteX0" fmla="*/ 0 w 2304312"/>
              <a:gd name="connsiteY0" fmla="*/ 1608226 h 1614665"/>
              <a:gd name="connsiteX1" fmla="*/ 366713 w 2304312"/>
              <a:gd name="connsiteY1" fmla="*/ 0 h 1614665"/>
              <a:gd name="connsiteX2" fmla="*/ 1466850 w 2304312"/>
              <a:gd name="connsiteY2" fmla="*/ 0 h 1614665"/>
              <a:gd name="connsiteX3" fmla="*/ 2304312 w 2304312"/>
              <a:gd name="connsiteY3" fmla="*/ 1614665 h 1614665"/>
              <a:gd name="connsiteX4" fmla="*/ 0 w 2304312"/>
              <a:gd name="connsiteY4" fmla="*/ 1608226 h 1614665"/>
              <a:gd name="connsiteX0" fmla="*/ 0 w 4725205"/>
              <a:gd name="connsiteY0" fmla="*/ 5162795 h 5169234"/>
              <a:gd name="connsiteX1" fmla="*/ 366713 w 4725205"/>
              <a:gd name="connsiteY1" fmla="*/ 355456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69378 w 4725205"/>
              <a:gd name="connsiteY1" fmla="*/ 1931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82257 w 4725205"/>
              <a:gd name="connsiteY1" fmla="*/ 1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11557"/>
              <a:gd name="connsiteY0" fmla="*/ 5167345 h 5169234"/>
              <a:gd name="connsiteX1" fmla="*/ 2368609 w 4711557"/>
              <a:gd name="connsiteY1" fmla="*/ 1 h 5169234"/>
              <a:gd name="connsiteX2" fmla="*/ 4711557 w 4711557"/>
              <a:gd name="connsiteY2" fmla="*/ 0 h 5169234"/>
              <a:gd name="connsiteX3" fmla="*/ 2290664 w 4711557"/>
              <a:gd name="connsiteY3" fmla="*/ 5169234 h 5169234"/>
              <a:gd name="connsiteX4" fmla="*/ 0 w 4711557"/>
              <a:gd name="connsiteY4" fmla="*/ 5167345 h 5169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11557" h="5169234">
                <a:moveTo>
                  <a:pt x="0" y="5167345"/>
                </a:moveTo>
                <a:lnTo>
                  <a:pt x="2368609" y="1"/>
                </a:lnTo>
                <a:lnTo>
                  <a:pt x="4711557" y="0"/>
                </a:lnTo>
                <a:lnTo>
                  <a:pt x="2290664" y="5169234"/>
                </a:lnTo>
                <a:lnTo>
                  <a:pt x="0" y="5167345"/>
                </a:lnTo>
                <a:close/>
              </a:path>
            </a:pathLst>
          </a:custGeom>
          <a:solidFill>
            <a:srgbClr val="FF5451">
              <a:alpha val="5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noFill/>
                </a:ln>
                <a:noFill/>
              </a:defRPr>
            </a:lvl4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9171" y="1422402"/>
            <a:ext cx="4750548" cy="467997"/>
          </a:xfrm>
        </p:spPr>
        <p:txBody>
          <a:bodyPr anchor="b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"/>
          <p:cNvSpPr>
            <a:spLocks noGrp="1"/>
          </p:cNvSpPr>
          <p:nvPr>
            <p:ph type="pic" sz="quarter" idx="10"/>
          </p:nvPr>
        </p:nvSpPr>
        <p:spPr bwMode="auto">
          <a:xfrm>
            <a:off x="3615267" y="1"/>
            <a:ext cx="8576735" cy="6866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 baseline="0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171" y="1929553"/>
            <a:ext cx="4750548" cy="2935393"/>
          </a:xfrm>
        </p:spPr>
        <p:txBody>
          <a:bodyPr anchor="t"/>
          <a:lstStyle>
            <a:lvl1pPr algn="l">
              <a:defRPr sz="3733" b="1" cap="all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277412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44196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43451" y="2771797"/>
            <a:ext cx="8534400" cy="1983084"/>
          </a:xfrm>
          <a:prstGeom prst="rect">
            <a:avLst/>
          </a:prstGeom>
        </p:spPr>
        <p:txBody>
          <a:bodyPr anchor="t"/>
          <a:lstStyle>
            <a:lvl1pPr>
              <a:defRPr sz="3733">
                <a:solidFill>
                  <a:srgbClr val="262A3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43449" y="2320124"/>
            <a:ext cx="8534400" cy="45167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rgbClr val="262A3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cxnSp>
        <p:nvCxnSpPr>
          <p:cNvPr id="9" name="Gerade Verbindung 10"/>
          <p:cNvCxnSpPr/>
          <p:nvPr userDrawn="1"/>
        </p:nvCxnSpPr>
        <p:spPr>
          <a:xfrm>
            <a:off x="609601" y="6284893"/>
            <a:ext cx="7641945" cy="0"/>
          </a:xfrm>
          <a:prstGeom prst="line">
            <a:avLst/>
          </a:prstGeom>
          <a:ln w="3175" cmpd="sng">
            <a:solidFill>
              <a:srgbClr val="D841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1" y="6359155"/>
            <a:ext cx="729764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0654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(formatfülle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/>
          <p:cNvSpPr>
            <a:spLocks noGrp="1"/>
          </p:cNvSpPr>
          <p:nvPr>
            <p:ph type="pic" sz="quarter" idx="15"/>
          </p:nvPr>
        </p:nvSpPr>
        <p:spPr>
          <a:xfrm>
            <a:off x="11291" y="11291"/>
            <a:ext cx="12180709" cy="6846709"/>
          </a:xfrm>
        </p:spPr>
        <p:txBody>
          <a:bodyPr rtlCol="0">
            <a:normAutofit/>
          </a:bodyPr>
          <a:lstStyle/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8889604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len Dank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" y="6791"/>
            <a:ext cx="4571997" cy="1923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Bild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1504" y="1"/>
            <a:ext cx="4699000" cy="6877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87327" y="2771797"/>
            <a:ext cx="10646396" cy="750337"/>
          </a:xfrm>
        </p:spPr>
        <p:txBody>
          <a:bodyPr anchor="t"/>
          <a:lstStyle>
            <a:lvl1pPr>
              <a:defRPr sz="3733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8" name="Inhaltsplatzhalter 3"/>
          <p:cNvSpPr>
            <a:spLocks noGrp="1"/>
          </p:cNvSpPr>
          <p:nvPr>
            <p:ph sz="half" idx="2"/>
          </p:nvPr>
        </p:nvSpPr>
        <p:spPr>
          <a:xfrm>
            <a:off x="487326" y="3779521"/>
            <a:ext cx="6229563" cy="2463236"/>
          </a:xfrm>
        </p:spPr>
        <p:txBody>
          <a:bodyPr>
            <a:noAutofit/>
          </a:bodyPr>
          <a:lstStyle>
            <a:lvl1pPr marL="0" indent="0">
              <a:buNone/>
              <a:defRPr sz="1467" baseline="0">
                <a:solidFill>
                  <a:schemeClr val="tx1"/>
                </a:solidFill>
              </a:defRPr>
            </a:lvl1pPr>
            <a:lvl2pPr marL="609585" indent="0">
              <a:buNone/>
              <a:defRPr sz="1467">
                <a:solidFill>
                  <a:schemeClr val="tx1"/>
                </a:solidFill>
              </a:defRPr>
            </a:lvl2pPr>
            <a:lvl3pPr marL="1219170" indent="0">
              <a:buNone/>
              <a:defRPr sz="2400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373514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/>
              <a:t>23.02.2022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‹Nr.›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2141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40" r:id="rId4"/>
    <p:sldLayoutId id="2147483741" r:id="rId5"/>
    <p:sldLayoutId id="2147483746" r:id="rId6"/>
    <p:sldLayoutId id="2147483742" r:id="rId7"/>
    <p:sldLayoutId id="2147483743" r:id="rId8"/>
    <p:sldLayoutId id="2147483744" r:id="rId9"/>
    <p:sldLayoutId id="2147483745" r:id="rId10"/>
    <p:sldLayoutId id="2147483747" r:id="rId11"/>
    <p:sldLayoutId id="2147483752" r:id="rId12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609600" y="1418167"/>
            <a:ext cx="10972800" cy="4707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2667471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</p:sldLayoutIdLst>
  <p:hf hdr="0" ftr="0" dt="0"/>
  <p:txStyles>
    <p:titleStyle>
      <a:lvl1pPr algn="l" defTabSz="609585" rtl="0" eaLnBrk="1" fontAlgn="base" hangingPunct="1">
        <a:spcBef>
          <a:spcPct val="0"/>
        </a:spcBef>
        <a:spcAft>
          <a:spcPct val="0"/>
        </a:spcAft>
        <a:defRPr sz="2667" b="1" kern="1200" cap="all">
          <a:solidFill>
            <a:srgbClr val="262A31"/>
          </a:solidFill>
          <a:latin typeface="Arial"/>
          <a:ea typeface="MS PGothic" panose="020B0600070205080204" pitchFamily="34" charset="-128"/>
          <a:cs typeface="Arial"/>
        </a:defRPr>
      </a:lvl1pPr>
      <a:lvl2pPr algn="l" defTabSz="609585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2pPr>
      <a:lvl3pPr algn="l" defTabSz="609585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3pPr>
      <a:lvl4pPr algn="l" defTabSz="609585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4pPr>
      <a:lvl5pPr algn="l" defTabSz="609585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5pPr>
      <a:lvl6pPr marL="609585" algn="l" defTabSz="609585" rtl="0" eaLnBrk="1" fontAlgn="base" hangingPunct="1">
        <a:spcBef>
          <a:spcPct val="0"/>
        </a:spcBef>
        <a:spcAft>
          <a:spcPct val="0"/>
        </a:spcAft>
        <a:defRPr sz="2667">
          <a:solidFill>
            <a:schemeClr val="tx1"/>
          </a:solidFill>
          <a:latin typeface="Futura" charset="0"/>
          <a:ea typeface="ＭＳ Ｐゴシック" charset="0"/>
        </a:defRPr>
      </a:lvl6pPr>
      <a:lvl7pPr marL="1219170" algn="l" defTabSz="609585" rtl="0" eaLnBrk="1" fontAlgn="base" hangingPunct="1">
        <a:spcBef>
          <a:spcPct val="0"/>
        </a:spcBef>
        <a:spcAft>
          <a:spcPct val="0"/>
        </a:spcAft>
        <a:defRPr sz="2667">
          <a:solidFill>
            <a:schemeClr val="tx1"/>
          </a:solidFill>
          <a:latin typeface="Futura" charset="0"/>
          <a:ea typeface="ＭＳ Ｐゴシック" charset="0"/>
        </a:defRPr>
      </a:lvl7pPr>
      <a:lvl8pPr marL="1828754" algn="l" defTabSz="609585" rtl="0" eaLnBrk="1" fontAlgn="base" hangingPunct="1">
        <a:spcBef>
          <a:spcPct val="0"/>
        </a:spcBef>
        <a:spcAft>
          <a:spcPct val="0"/>
        </a:spcAft>
        <a:defRPr sz="2667">
          <a:solidFill>
            <a:schemeClr val="tx1"/>
          </a:solidFill>
          <a:latin typeface="Futura" charset="0"/>
          <a:ea typeface="ＭＳ Ｐゴシック" charset="0"/>
        </a:defRPr>
      </a:lvl8pPr>
      <a:lvl9pPr marL="2438339" algn="l" defTabSz="609585" rtl="0" eaLnBrk="1" fontAlgn="base" hangingPunct="1">
        <a:spcBef>
          <a:spcPct val="0"/>
        </a:spcBef>
        <a:spcAft>
          <a:spcPct val="0"/>
        </a:spcAft>
        <a:defRPr sz="2667">
          <a:solidFill>
            <a:schemeClr val="tx1"/>
          </a:solidFill>
          <a:latin typeface="Futura" charset="0"/>
          <a:ea typeface="ＭＳ Ｐゴシック" charset="0"/>
        </a:defRPr>
      </a:lvl9pPr>
    </p:titleStyle>
    <p:bodyStyle>
      <a:lvl1pPr marL="457189" indent="-457189" algn="l" defTabSz="609585" rtl="0" eaLnBrk="1" fontAlgn="base" hangingPunct="1">
        <a:spcBef>
          <a:spcPct val="20000"/>
        </a:spcBef>
        <a:spcAft>
          <a:spcPct val="0"/>
        </a:spcAft>
        <a:buFont typeface="Symbol" panose="05050102010706020507" pitchFamily="18" charset="2"/>
        <a:defRPr sz="1600" kern="1200">
          <a:solidFill>
            <a:srgbClr val="262A31"/>
          </a:solidFill>
          <a:latin typeface="Arial"/>
          <a:ea typeface="MS PGothic" panose="020B0600070205080204" pitchFamily="34" charset="-128"/>
          <a:cs typeface="Arial"/>
        </a:defRPr>
      </a:lvl1pPr>
      <a:lvl2pPr marL="609585" algn="l" defTabSz="6095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2pPr>
      <a:lvl3pPr marL="1219170" algn="l" defTabSz="6095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6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3pPr>
      <a:lvl4pPr marL="1828754" algn="l" defTabSz="6095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6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4pPr>
      <a:lvl5pPr marL="2438339" algn="l" defTabSz="6095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6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nimble.li/omz88r4m" TargetMode="Externa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platzhalter 10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9" r="13569"/>
          <a:stretch/>
        </p:blipFill>
        <p:spPr/>
      </p:pic>
      <p:sp>
        <p:nvSpPr>
          <p:cNvPr id="13" name="Textplatzhalter 1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 dirty="0">
              <a:noFill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>
              <a:noFill/>
            </a:endParaRPr>
          </a:p>
        </p:txBody>
      </p:sp>
      <p:sp>
        <p:nvSpPr>
          <p:cNvPr id="19461" name="Text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Professur für Physikdidaktik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de-DE" dirty="0">
                <a:ea typeface="+mj-ea"/>
              </a:rPr>
              <a:t>Universität Leipzig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2BF90DF-3413-A339-7BEC-7516C5B7FB92}"/>
              </a:ext>
            </a:extLst>
          </p:cNvPr>
          <p:cNvSpPr txBox="1">
            <a:spLocks/>
          </p:cNvSpPr>
          <p:nvPr/>
        </p:nvSpPr>
        <p:spPr bwMode="auto">
          <a:xfrm>
            <a:off x="629171" y="5388117"/>
            <a:ext cx="4750548" cy="467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>
            <a:lvl1pPr marL="0" indent="0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Symbol" panose="05050102010706020507" pitchFamily="18" charset="2"/>
              <a:buNone/>
              <a:defRPr sz="2400" kern="1200">
                <a:solidFill>
                  <a:schemeClr val="bg1"/>
                </a:solidFill>
                <a:latin typeface="Arial"/>
                <a:ea typeface="MS PGothic" panose="020B0600070205080204" pitchFamily="34" charset="-128"/>
                <a:cs typeface="Arial"/>
              </a:defRPr>
            </a:lvl1pPr>
            <a:lvl2pPr marL="609585" indent="0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/>
                <a:ea typeface="MS PGothic" panose="020B0600070205080204" pitchFamily="34" charset="-128"/>
                <a:cs typeface="Arial"/>
              </a:defRPr>
            </a:lvl2pPr>
            <a:lvl3pPr marL="1219170" indent="0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133" kern="1200">
                <a:solidFill>
                  <a:schemeClr val="tx1">
                    <a:tint val="75000"/>
                  </a:schemeClr>
                </a:solidFill>
                <a:latin typeface="Arial"/>
                <a:ea typeface="MS PGothic" panose="020B0600070205080204" pitchFamily="34" charset="-128"/>
                <a:cs typeface="Arial"/>
              </a:defRPr>
            </a:lvl3pPr>
            <a:lvl4pPr marL="1828754" indent="0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7" kern="1200">
                <a:solidFill>
                  <a:schemeClr val="tx1">
                    <a:tint val="75000"/>
                  </a:schemeClr>
                </a:solidFill>
                <a:latin typeface="Arial"/>
                <a:ea typeface="MS PGothic" panose="020B0600070205080204" pitchFamily="34" charset="-128"/>
                <a:cs typeface="Arial"/>
              </a:defRPr>
            </a:lvl4pPr>
            <a:lvl5pPr marL="2438339" indent="0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7" kern="1200">
                <a:solidFill>
                  <a:schemeClr val="tx1">
                    <a:tint val="75000"/>
                  </a:schemeClr>
                </a:solidFill>
                <a:latin typeface="Arial"/>
                <a:ea typeface="MS PGothic" panose="020B0600070205080204" pitchFamily="34" charset="-128"/>
                <a:cs typeface="Arial"/>
              </a:defRPr>
            </a:lvl5pPr>
            <a:lvl6pPr marL="3047924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18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7509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18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7093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18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6678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18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Philipp Bitzenbauer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F35B0-20CF-DE6A-ACB1-25335B343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039033-9180-A871-AA14-4EDD795EC7C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759437E-DD65-47AE-A718-65B9481C0A9E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5AE02DC-4F14-75CA-AB9A-5FB4C01A90F0}"/>
              </a:ext>
            </a:extLst>
          </p:cNvPr>
          <p:cNvSpPr txBox="1"/>
          <p:nvPr/>
        </p:nvSpPr>
        <p:spPr>
          <a:xfrm>
            <a:off x="791425" y="141333"/>
            <a:ext cx="111116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000" dirty="0">
                <a:latin typeface="Arial" panose="020B0604020202020204" pitchFamily="34" charset="0"/>
                <a:cs typeface="Arial" panose="020B0604020202020204" pitchFamily="34" charset="0"/>
              </a:rPr>
              <a:t>European Quantum Academy 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4A9CD18-152A-3656-33B6-BF2EF1BFB8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49502" y="1084233"/>
            <a:ext cx="8292995" cy="468953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632264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39C91-D456-5B19-4EA3-50F557DDC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E18F75A-C465-F5CF-42C9-07D7F0D6BE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759437E-DD65-47AE-A718-65B9481C0A9E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93BE55D-7725-AF29-DEED-63ADCA44CF75}"/>
              </a:ext>
            </a:extLst>
          </p:cNvPr>
          <p:cNvSpPr txBox="1"/>
          <p:nvPr/>
        </p:nvSpPr>
        <p:spPr>
          <a:xfrm>
            <a:off x="791425" y="141333"/>
            <a:ext cx="111116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000" dirty="0">
                <a:latin typeface="Arial" panose="020B0604020202020204" pitchFamily="34" charset="0"/>
                <a:cs typeface="Arial" panose="020B0604020202020204" pitchFamily="34" charset="0"/>
              </a:rPr>
              <a:t>Quantum AR Lab App</a:t>
            </a:r>
          </a:p>
        </p:txBody>
      </p:sp>
      <p:pic>
        <p:nvPicPr>
          <p:cNvPr id="15" name="Picture 2" descr="Quantum AR Lab - Apps on Google Play">
            <a:extLst>
              <a:ext uri="{FF2B5EF4-FFF2-40B4-BE49-F238E27FC236}">
                <a16:creationId xmlns:a16="http://schemas.microsoft.com/office/drawing/2014/main" id="{430B6360-6961-0FE3-9272-CF9C343D4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9204" y="1566007"/>
            <a:ext cx="3725985" cy="3725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5A14D3F1-F0BD-76F0-1573-CC635BBEFC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811" y="1127296"/>
            <a:ext cx="5998379" cy="4603407"/>
          </a:xfrm>
          <a:prstGeom prst="rect">
            <a:avLst/>
          </a:prstGeom>
          <a:ln w="317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8535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4D8E3-E573-F66F-35C9-94589BF1F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58D6005-41E3-8C75-0B58-4173BBDB50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759437E-DD65-47AE-A718-65B9481C0A9E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035DD85-A007-9987-A241-295DA72F334C}"/>
              </a:ext>
            </a:extLst>
          </p:cNvPr>
          <p:cNvSpPr txBox="1"/>
          <p:nvPr/>
        </p:nvSpPr>
        <p:spPr>
          <a:xfrm>
            <a:off x="791425" y="141333"/>
            <a:ext cx="111116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000" dirty="0">
                <a:latin typeface="Arial" panose="020B0604020202020204" pitchFamily="34" charset="0"/>
                <a:cs typeface="Arial" panose="020B0604020202020204" pitchFamily="34" charset="0"/>
              </a:rPr>
              <a:t>Quantum AR Lab App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B714621-814F-6770-9C3C-8A1076D373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47" y="1009663"/>
            <a:ext cx="3578910" cy="241287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B19E6AE-2B12-07C0-2452-79051B28DB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637" y="3563715"/>
            <a:ext cx="4661101" cy="215284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069B886D-A18E-290D-3B13-A7C5348EBD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032" y="3563715"/>
            <a:ext cx="3827282" cy="2152846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3745B406-5E83-3F15-286C-0566823249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644" y="1276153"/>
            <a:ext cx="3827284" cy="2152847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4A3FC165-832E-61BA-3C7D-E1BCA92004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1516" y="1276153"/>
            <a:ext cx="3815801" cy="214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078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16698-4D73-A311-38E0-744839F70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B2FC3BB-D2D5-D252-EB91-1B5D90CA7F5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759437E-DD65-47AE-A718-65B9481C0A9E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D54D6F8-5ED2-4386-F59C-6EC69E76C9FD}"/>
              </a:ext>
            </a:extLst>
          </p:cNvPr>
          <p:cNvSpPr txBox="1"/>
          <p:nvPr/>
        </p:nvSpPr>
        <p:spPr>
          <a:xfrm>
            <a:off x="791425" y="141333"/>
            <a:ext cx="111116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000" dirty="0">
                <a:latin typeface="Arial" panose="020B0604020202020204" pitchFamily="34" charset="0"/>
                <a:cs typeface="Arial" panose="020B0604020202020204" pitchFamily="34" charset="0"/>
              </a:rPr>
              <a:t>Pseudowissenschaftliche Narrative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8CC61E6-76AD-4AD2-89A0-54E4337924C3}"/>
              </a:ext>
            </a:extLst>
          </p:cNvPr>
          <p:cNvSpPr txBox="1"/>
          <p:nvPr/>
        </p:nvSpPr>
        <p:spPr>
          <a:xfrm>
            <a:off x="682787" y="1245069"/>
            <a:ext cx="652690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Forschungsfrage: 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Welche Kategorien pseudowissenschaftlicher Quanten-Erzählungen lassen sich in </a:t>
            </a:r>
            <a:r>
              <a:rPr lang="de-D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Social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-Media-Beiträgen identifizieren?</a:t>
            </a:r>
          </a:p>
          <a:p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de-D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Methode: 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Analyse von N≈30.000 </a:t>
            </a:r>
            <a:r>
              <a:rPr lang="de-D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Meta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Posts (Facebook &amp; Instagram) mittels KI-gestützter qualitativer Inhaltsanalyse</a:t>
            </a:r>
          </a:p>
          <a:p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de-D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Ziel der Untersuchung: 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Erstellung einer App zum Training gegen pseudowissenschaftliche Argumente basierend auf gängigen Narrativen.</a:t>
            </a:r>
          </a:p>
          <a:p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61BDBB9-4B63-439F-91C7-C5AD7C2E9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1724" y="911135"/>
            <a:ext cx="3437792" cy="5229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518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220F1-BB1E-8753-DCAC-12428B8BE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8274372-BE83-A5E2-D405-878B34702E9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759437E-DD65-47AE-A718-65B9481C0A9E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E645A66-55CD-38DF-2064-53FCC92BB1DB}"/>
              </a:ext>
            </a:extLst>
          </p:cNvPr>
          <p:cNvSpPr txBox="1"/>
          <p:nvPr/>
        </p:nvSpPr>
        <p:spPr>
          <a:xfrm>
            <a:off x="672527" y="167851"/>
            <a:ext cx="11111640" cy="10772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DE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Der Einfluss von Visualisierung auf Funktionalitäts- und Gestalttreue mentaler Modelle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EB369C5-7D1D-475C-CFA8-DBA2F8B74A02}"/>
              </a:ext>
            </a:extLst>
          </p:cNvPr>
          <p:cNvSpPr txBox="1"/>
          <p:nvPr/>
        </p:nvSpPr>
        <p:spPr>
          <a:xfrm>
            <a:off x="756417" y="1123054"/>
            <a:ext cx="1110138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Forschungsfrage: 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Beeinflusst die Verwendung einer zusätzlichen Visualisierung die Veränderung der zwei Dimensionen mentaler Modelle, Funktionalitäts- und Gestalttreue (Ubben, 2020)?</a:t>
            </a:r>
          </a:p>
          <a:p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de-D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H2: Multimedia-Effekt – 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Visualisierung erhöht Übereinstimmung mit Expert*innensichten zu mentalen Modellen.</a:t>
            </a:r>
          </a:p>
          <a:p>
            <a:r>
              <a:rPr lang="de-D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Weitere Fragen: 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Werden diese Effekte durch kognitive Belastung, räumliches Vorstellungsvermögen, oder </a:t>
            </a:r>
            <a:r>
              <a:rPr lang="de-D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baseline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FG mediiert? </a:t>
            </a:r>
          </a:p>
          <a:p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6EB2020-EE31-E9BA-B8F2-1A3A75606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713" y="1820412"/>
            <a:ext cx="7842574" cy="336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929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FBEA318-7595-B563-A4D3-CFD708C7426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6898" y="4217067"/>
            <a:ext cx="11120516" cy="247308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de-DE" b="1" dirty="0"/>
              <a:t>Studie in zwei Phasen: 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de-DE" dirty="0"/>
              <a:t>Novizen testen das Applet, Expert*innen bewerten die Fragen zu mentalen Modellen von Polarisation.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de-DE" dirty="0"/>
              <a:t>Dann </a:t>
            </a:r>
            <a:r>
              <a:rPr lang="de-DE" dirty="0" err="1"/>
              <a:t>mixed</a:t>
            </a:r>
            <a:r>
              <a:rPr lang="de-DE" dirty="0"/>
              <a:t>-Methods, Funktionalitäts-/Gestalttreue </a:t>
            </a:r>
            <a:r>
              <a:rPr lang="de-DE" dirty="0" err="1"/>
              <a:t>Prä</a:t>
            </a:r>
            <a:r>
              <a:rPr lang="de-DE" dirty="0"/>
              <a:t>/Post, und Messung der kognitiven Belastung und des räumlichen Vorstellungsvermögens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de-DE" b="1" dirty="0"/>
              <a:t>Ihre Unterstützung ist gefragt: </a:t>
            </a:r>
            <a:r>
              <a:rPr lang="de-DE" dirty="0">
                <a:hlinkClick r:id="rId2"/>
              </a:rPr>
              <a:t>https://nimble.li/omz88r4m</a:t>
            </a:r>
            <a:endParaRPr lang="de-DE" dirty="0"/>
          </a:p>
          <a:p>
            <a:pPr marL="0" indent="0">
              <a:lnSpc>
                <a:spcPct val="100000"/>
              </a:lnSpc>
              <a:buNone/>
            </a:pPr>
            <a:r>
              <a:rPr lang="de-DE" dirty="0"/>
              <a:t>Die Ergebnisse benötigen wir bis zum 09.10.2026. Vielen Dank!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7F79215-88CF-5650-C357-595BC7B7B01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759437E-DD65-47AE-A718-65B9481C0A9E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DC03F9D-E70C-484D-10D3-46F32EC3E331}"/>
              </a:ext>
            </a:extLst>
          </p:cNvPr>
          <p:cNvSpPr txBox="1"/>
          <p:nvPr/>
        </p:nvSpPr>
        <p:spPr>
          <a:xfrm>
            <a:off x="672527" y="167851"/>
            <a:ext cx="1111164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DE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Kontext: Polarisation klassischen Laserlichts</a:t>
            </a:r>
          </a:p>
        </p:txBody>
      </p:sp>
      <p:pic>
        <p:nvPicPr>
          <p:cNvPr id="8" name="Grafik 7" descr="QR Vorschau">
            <a:extLst>
              <a:ext uri="{FF2B5EF4-FFF2-40B4-BE49-F238E27FC236}">
                <a16:creationId xmlns:a16="http://schemas.microsoft.com/office/drawing/2014/main" id="{5D14649F-4C2C-DAC4-2E42-1E582210D1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46021" y="5390100"/>
            <a:ext cx="1467900" cy="14679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6DF783D-3927-0608-374B-0151378EA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490" y="897622"/>
            <a:ext cx="11403020" cy="334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988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5482D-24D4-9D23-738E-E87CF133F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18A7DF2-0B6D-2EBB-4189-3DE559AD2AA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759437E-DD65-47AE-A718-65B9481C0A9E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0EDA6BC-2CA5-7340-EB7A-3D63FBB89753}"/>
              </a:ext>
            </a:extLst>
          </p:cNvPr>
          <p:cNvSpPr txBox="1"/>
          <p:nvPr/>
        </p:nvSpPr>
        <p:spPr>
          <a:xfrm>
            <a:off x="791425" y="141333"/>
            <a:ext cx="111116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000" dirty="0">
                <a:latin typeface="Arial" panose="020B0604020202020204" pitchFamily="34" charset="0"/>
                <a:cs typeface="Arial" panose="020B0604020202020204" pitchFamily="34" charset="0"/>
              </a:rPr>
              <a:t>Physikdidaktik Leipzig</a:t>
            </a:r>
          </a:p>
        </p:txBody>
      </p:sp>
      <p:pic>
        <p:nvPicPr>
          <p:cNvPr id="2" name="Grafik 1" descr="zur Vergrößerungsansicht des Bildes: ">
            <a:extLst>
              <a:ext uri="{FF2B5EF4-FFF2-40B4-BE49-F238E27FC236}">
                <a16:creationId xmlns:a16="http://schemas.microsoft.com/office/drawing/2014/main" id="{BED43FF4-D652-4A2A-02AE-646493C71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534" y="855863"/>
            <a:ext cx="9148932" cy="514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877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ChronicleVTI">
  <a:themeElements>
    <a:clrScheme name="AnalogousFromDarkSeedRightStep">
      <a:dk1>
        <a:srgbClr val="000000"/>
      </a:dk1>
      <a:lt1>
        <a:srgbClr val="FFFFFF"/>
      </a:lt1>
      <a:dk2>
        <a:srgbClr val="1B2F2D"/>
      </a:dk2>
      <a:lt2>
        <a:srgbClr val="F3F0F1"/>
      </a:lt2>
      <a:accent1>
        <a:srgbClr val="45B0A2"/>
      </a:accent1>
      <a:accent2>
        <a:srgbClr val="3B90B1"/>
      </a:accent2>
      <a:accent3>
        <a:srgbClr val="4D70C3"/>
      </a:accent3>
      <a:accent4>
        <a:srgbClr val="5649B7"/>
      </a:accent4>
      <a:accent5>
        <a:srgbClr val="8C4DC3"/>
      </a:accent5>
      <a:accent6>
        <a:srgbClr val="AC3BB1"/>
      </a:accent6>
      <a:hlink>
        <a:srgbClr val="719632"/>
      </a:hlink>
      <a:folHlink>
        <a:srgbClr val="7F7F7F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Master1_UniLeipzig_PPT Vorlage">
  <a:themeElements>
    <a:clrScheme name="Universität Leipzig">
      <a:dk1>
        <a:sysClr val="windowText" lastClr="000000"/>
      </a:dk1>
      <a:lt1>
        <a:sysClr val="window" lastClr="FFFFFF"/>
      </a:lt1>
      <a:dk2>
        <a:srgbClr val="262A31"/>
      </a:dk2>
      <a:lt2>
        <a:srgbClr val="FFFFFF"/>
      </a:lt2>
      <a:accent1>
        <a:srgbClr val="B02F2C"/>
      </a:accent1>
      <a:accent2>
        <a:srgbClr val="D64242"/>
      </a:accent2>
      <a:accent3>
        <a:srgbClr val="8AC2D1"/>
      </a:accent3>
      <a:accent4>
        <a:srgbClr val="262A31"/>
      </a:accent4>
      <a:accent5>
        <a:srgbClr val="EA9E9E"/>
      </a:accent5>
      <a:accent6>
        <a:srgbClr val="C9C9C9"/>
      </a:accent6>
      <a:hlink>
        <a:srgbClr val="B02F2C"/>
      </a:hlink>
      <a:folHlink>
        <a:srgbClr val="E06E6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äsentation1" id="{AF34A279-AF28-43F2-ABC2-47D9B1B138CB}" vid="{DD2B7E31-7D7E-491A-8902-5469ADF73115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Microsoft Office PowerPoint</Application>
  <PresentationFormat>Breitbild</PresentationFormat>
  <Paragraphs>52</Paragraphs>
  <Slides>8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Calisto MT</vt:lpstr>
      <vt:lpstr>Futura</vt:lpstr>
      <vt:lpstr>Symbol</vt:lpstr>
      <vt:lpstr>Univers Condensed</vt:lpstr>
      <vt:lpstr>ChronicleVTI</vt:lpstr>
      <vt:lpstr>Master1_UniLeipzig_PPT Vorlage</vt:lpstr>
      <vt:lpstr>Universität Leipzig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Forschungsprofil Physikdidaktik</dc:title>
  <dc:subject/>
  <dc:creator>Bitzenbauer, Philipp</dc:creator>
  <cp:keywords/>
  <dc:description/>
  <cp:lastModifiedBy>Bley, Jonas Alexander</cp:lastModifiedBy>
  <cp:revision>145</cp:revision>
  <dcterms:created xsi:type="dcterms:W3CDTF">2021-06-28T10:17:32Z</dcterms:created>
  <dcterms:modified xsi:type="dcterms:W3CDTF">2026-09-22T11:38:09Z</dcterms:modified>
  <cp:category/>
</cp:coreProperties>
</file>